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7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4DD2B2-9D10-49E6-8303-69D0DFA6B3BB}" v="1" dt="2026-08-30T03:35:13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4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Cloud AI</c:v>
                </c:pt>
                <c:pt idx="1">
                  <c:v>Edge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25-4794-A764-D4328241E4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16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Milliseconds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6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41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-365760"/>
            <a:ext cx="2560320" cy="25603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" y="825246"/>
            <a:ext cx="452628" cy="4526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SYSTEM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4114800"/>
            <a:ext cx="14630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640080" y="4343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overview of architecture, applications, and the future of on-device intelligence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DF04CB-6984-446C-E24F-78E7E310367F}"/>
              </a:ext>
            </a:extLst>
          </p:cNvPr>
          <p:cNvSpPr txBox="1"/>
          <p:nvPr/>
        </p:nvSpPr>
        <p:spPr>
          <a:xfrm>
            <a:off x="9509760" y="5242173"/>
            <a:ext cx="271147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Sk Arshad Basha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 :192312336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Edge 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451" y="1138428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AI refers to running artificial intelligence algorithms directly on local hardware — sensors, cameras, gateways, or embedded Systems.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devices to analyze data and make decisions in real time, providing faster responses, lower latency, better privacy, and reduced internet bandwidth usage.</a:t>
            </a:r>
          </a:p>
          <a:p>
            <a:br>
              <a:rPr lang="en-IN" sz="1600" dirty="0"/>
            </a:b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2902077"/>
            <a:ext cx="276606" cy="2766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76148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304495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run locally on the chip, not in a remote data center.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_wifiof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3862197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7216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constant connectivity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400507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or partially offline, unaffected by network drops.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_z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482231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46817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496519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happen in milliseconds instead of round-tripping to the cloud.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23760" y="1188720"/>
            <a:ext cx="4389120" cy="5029200"/>
          </a:xfrm>
          <a:prstGeom prst="roundRect">
            <a:avLst>
              <a:gd name="adj" fmla="val 25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 txBox="1"/>
          <p:nvPr/>
        </p:nvSpPr>
        <p:spPr>
          <a:xfrm>
            <a:off x="749808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vs EDGE AI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498080" y="1965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location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7498080" y="2212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Remote data center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7498080" y="2468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On the local device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498080" y="2926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7498080" y="3172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Higher (network trip)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7498080" y="3429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Very low (local)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7498080" y="3886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need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498080" y="41330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Constant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7498080" y="4389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Optional / intermittent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7498080" y="4846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7498080" y="5093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Data leaves device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498080" y="5349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Data can stay on device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Edge AI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inference closer to the data source solves problems cloud-only AI cannot.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&lt;10ms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375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local inference latency, vs. 100ms+ round trips to the cloud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547872" y="2286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33375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of raw data that must leave the device when inference is local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09944" y="2286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33375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continues even during network or connectivity outages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9272016" y="2286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1/nth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33375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cost — only insights, not raw streams, are transmitted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76200" dist="25400" dir="5400000" algn="bl" rotWithShape="0">
              <a:srgbClr val="1F2937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0876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5877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74904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microphones, and IoT sensors capture raw signals.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rot="5400000">
            <a:off x="3163824" y="3502152"/>
            <a:ext cx="201168" cy="201168"/>
          </a:xfrm>
          <a:prstGeom prst="triangl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29000" y="214884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76200" dist="25400" dir="5400000" algn="bl" rotWithShape="0">
              <a:srgbClr val="1F2937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29768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_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5877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374904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compressed model runs on local silicon (NPU / MCU / GPU).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 rot="5400000">
            <a:off x="5952744" y="3502152"/>
            <a:ext cx="201168" cy="201168"/>
          </a:xfrm>
          <a:prstGeom prst="triangl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217920" y="214884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76200" dist="25400" dir="5400000" algn="bl" rotWithShape="0">
              <a:srgbClr val="1F2937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08660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_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25877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Action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82512" y="374904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results trigger an immediate action or alert.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 rot="5400000">
            <a:off x="8741664" y="3502152"/>
            <a:ext cx="201168" cy="201168"/>
          </a:xfrm>
          <a:prstGeom prst="triangl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006840" y="214884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76200" dist="25400" dir="5400000" algn="bl" rotWithShape="0">
              <a:srgbClr val="1F2937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87552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icon_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258775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4400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</a:t>
            </a:r>
            <a:r>
              <a:rPr lang="en-IN" sz="1400" b="1" dirty="0"/>
              <a:t>Synchronization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171432" y="374904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summarized insights or model updates sync upstream.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Hardware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1800225"/>
            <a:ext cx="377190" cy="3771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642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NPUs &amp; Edge GPUs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silicon (Neural Processing Units, edge GPUs) accelerates matrix math for on-chip inference.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583680" y="1645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_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985" y="180022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6642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4231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flash or SSD caches models, buffered data, and logs for offline operation.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_activit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265" y="4406265"/>
            <a:ext cx="377190" cy="3771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2702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Actuators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0292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microphones, and industrial sensors feed raw signals directly into the pipeline.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09360" y="39776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583680" y="4251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icon_wifioff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985" y="4406265"/>
            <a:ext cx="377190" cy="3771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42702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MCUs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583680" y="50292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 running TinyML models operate on milliwatts for battery-powered devices.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Across Industries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988820" y="1600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tru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838" y="17442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697480"/>
            <a:ext cx="3191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 and path planning without cloud latency.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783580" y="1600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_he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598" y="174421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Monitoring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07992" y="2697480"/>
            <a:ext cx="3191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detect anomalies (e.g., arrhythmias) instantly, on-body.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578340" y="1600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_camer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2358" y="174421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Surveillance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302752" y="2697480"/>
            <a:ext cx="3191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flag events locally, sending only relevant clips upstream.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1988820" y="4023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icon_tre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2838" y="4167378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13232" y="5120640"/>
            <a:ext cx="3191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sensors predict equipment failure before it happens.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43400" y="3794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5783580" y="4023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icon_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7598" y="4167378"/>
            <a:ext cx="352044" cy="3520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8056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Security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507992" y="5120640"/>
            <a:ext cx="3191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analytics and access control run without exposing footage.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138160" y="3794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9578340" y="4023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icon_activit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2358" y="4167378"/>
            <a:ext cx="352044" cy="3520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7532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302752" y="5120640"/>
            <a:ext cx="3191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sensors optimize irrigation and detect crop stress on-site.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zap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1713357"/>
            <a:ext cx="276606" cy="2766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819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874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Milliseconds, not seconds — critical for safety systems.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502920" cy="502920"/>
          </a:xfrm>
          <a:prstGeom prst="ellipse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_shiel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17" y="2856357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7249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privacy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017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(faces, health signals) never has to leave the device.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_wifioff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17" y="399935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8679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resilience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4160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working through network outages or in remote areas.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icon_trend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17" y="5142357"/>
            <a:ext cx="276606" cy="27660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50109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bandwidth cost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5303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compact insights are transmitted, not raw video/audio streams.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355080" y="1280160"/>
            <a:ext cx="52578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62940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COMPARISON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629400" y="1920240"/>
          <a:ext cx="4754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490BA7-0989-14B5-78C7-278A8B7D5DD8}"/>
              </a:ext>
            </a:extLst>
          </p:cNvPr>
          <p:cNvSpPr txBox="1"/>
          <p:nvPr/>
        </p:nvSpPr>
        <p:spPr>
          <a:xfrm>
            <a:off x="821094" y="1688841"/>
            <a:ext cx="10599575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Edge AI enables fast, secure, and real-time data processing by running AI models locally on edge devices, reducing latency, bandwidth usage, and dependence on cloud services.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It is a reliable and efficient technology for applications such as smart surveillance, healthcare, agriculture, robotics, industrial automation, and smart homes.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It improves system reliability by allowing devices to make decisions locally, even when internet connectivity is limited or unavailable.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Edge AI provides a scalable foundation for future intelligent systems by combining machine learning with efficient edge computing technologies.</a:t>
            </a:r>
          </a:p>
          <a:p>
            <a:pPr>
              <a:lnSpc>
                <a:spcPct val="150000"/>
              </a:lnSpc>
            </a:pP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13DF9-F00D-5834-9070-F6A9DAC4A098}"/>
              </a:ext>
            </a:extLst>
          </p:cNvPr>
          <p:cNvSpPr txBox="1"/>
          <p:nvPr/>
        </p:nvSpPr>
        <p:spPr>
          <a:xfrm>
            <a:off x="942392" y="774441"/>
            <a:ext cx="3890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8406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051709-FB5B-6E48-3D79-0EB2AFC2F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152525"/>
            <a:ext cx="10953750" cy="55149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CCB960-1135-912D-B7CC-16818F2DC93A}"/>
              </a:ext>
            </a:extLst>
          </p:cNvPr>
          <p:cNvSpPr txBox="1"/>
          <p:nvPr/>
        </p:nvSpPr>
        <p:spPr>
          <a:xfrm>
            <a:off x="3633787" y="190499"/>
            <a:ext cx="48672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GEO TAG PHOTO</a:t>
            </a:r>
          </a:p>
        </p:txBody>
      </p:sp>
    </p:spTree>
    <p:extLst>
      <p:ext uri="{BB962C8B-B14F-4D97-AF65-F5344CB8AC3E}">
        <p14:creationId xmlns:p14="http://schemas.microsoft.com/office/powerpoint/2010/main" val="129147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4C3C17-DABF-2D45-BFC6-AD0D9059E0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73" b="24278"/>
          <a:stretch>
            <a:fillRect/>
          </a:stretch>
        </p:blipFill>
        <p:spPr>
          <a:xfrm>
            <a:off x="1145321" y="1520890"/>
            <a:ext cx="10060745" cy="31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52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645</Words>
  <Application>Microsoft Office PowerPoint</Application>
  <PresentationFormat>Widescreen</PresentationFormat>
  <Paragraphs>100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shaik arshad basha</cp:lastModifiedBy>
  <cp:revision>3</cp:revision>
  <dcterms:created xsi:type="dcterms:W3CDTF">2026-08-29T08:14:44Z</dcterms:created>
  <dcterms:modified xsi:type="dcterms:W3CDTF">2026-08-30T03:39:55Z</dcterms:modified>
</cp:coreProperties>
</file>